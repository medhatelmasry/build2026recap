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3836"/>
  </p:normalViewPr>
  <p:slideViewPr>
    <p:cSldViewPr snapToGrid="0">
      <p:cViewPr varScale="1">
        <p:scale>
          <a:sx n="105" d="100"/>
          <a:sy n="105" d="100"/>
        </p:scale>
        <p:origin x="10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6F46C-1110-C243-A156-E25D295F688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43C1F-DBF7-F440-AB5E-5B99EA09D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0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=2wfd1CZphew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43C1F-DBF7-F440-AB5E-5B99EA09D6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22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Two infrastructure announcements from the Build 2026 keynote stood out of everything else. Foundry Local hit general availability.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43C1F-DBF7-F440-AB5E-5B99EA09D6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85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Foundry Local is a runtime you embed inside your application, about 20 MB, no separate daemon, no cloud account, no per token billing. 20MB for a runtime sounds almost too small. That is just the runtime, not the model. The model downloads on first launch, sized to the user’s hardware. Your app bundle barely grows.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43C1F-DBF7-F440-AB5E-5B99EA09D6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27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the API is OpenAI compatible, so existing code should mostly just work. Point it at a Foundry Local endpoint and most OpenAI SDK code works with minimal changes. Hardware detection is automatic too.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43C1F-DBF7-F440-AB5E-5B99EA09D6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22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A772-9D09-BF1A-E2AF-8893FC5FE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42543-0026-8EDE-B50E-E56E87942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B388A-3E1F-F2D1-B317-0EF055F4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990E4-71C4-F73F-46A1-470ECB71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2472B-867A-7CB4-1D20-454FDFB4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3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09DDA-F0A6-A88A-8250-1093138D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0E754-97D7-6FE1-D2A8-AA4F1A207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86A7E-1225-7430-860B-51B12CA0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1DD41-62A9-FC65-0711-4F6C2934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21DCA-5A60-BD9C-A2E1-6508A340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0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EF75-59FB-5D90-A99B-91A6C7E76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2F533-A64C-5D7C-4751-5632F2B7D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DE090-33E1-8242-ABA4-FC3068CD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2E521-5E8B-B629-F9BA-74CC9780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E319A-9909-4F62-18E4-D55DB130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8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42AC-4285-97CB-F727-3062D0FDB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CA772-73C0-76BC-3AE5-8179BC8F9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A9B9F-FB41-92DE-1A9C-C130CCD34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582FA-2222-5BDC-A14E-D2CC0B83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57F49-ED2E-2523-E6AB-CFE6F345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AF68C-30C8-0DEF-B92D-C534EB9A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2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9295-8D31-2BFF-A6A4-BC2359C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04D3A-905B-FDE4-ADE9-58502A9E5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EED10-CC03-1773-6CAB-4B5B4F1D0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E74DF-FC0F-17B3-850E-596A1E26A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8F8CE-257B-A8CF-3110-988B42D9A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800AF-CB2D-194C-0B5E-01AB3919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74753-E95D-E503-4C8D-B5476A8A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D1D35D-38DC-7B68-D0D0-F4837BA6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2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A57B-A541-38D9-F960-C0C5455D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71C4E-43BA-596F-2883-96E9657A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F3284-09A3-74B0-7693-7106ED62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F6387-57A3-4BA6-567E-A292E10D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0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027D5-DE70-ECE7-8BE9-2CEE868F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06E1F-413F-9F52-904D-D2970155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A5363-F6AE-0210-1ABE-10CD52D9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9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8F7D-5AA9-4EB9-59DD-5EFCE2557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56B29-C91A-BBE4-879C-839042048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71EA2-F7D4-F13A-DD54-9F4F57B8C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D3202-99F5-00CB-5712-7BC41CA7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37B8C-8A76-DE36-FC5A-072A96879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12B3C-D3DE-7736-E863-16BED3F6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62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E3AD-0128-3F6D-E299-9D358028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724AF-0D5B-44B6-DE89-3599B8553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A3457-C3A0-50AB-6662-891372847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0B7CD-A3F8-AF2E-A58E-EF58BBD3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40FFB-BDC3-613D-0C93-427C6C40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2F5BC-61BD-B151-CC35-D567122C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7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EA90-E07A-7B27-C76C-9EFD41E5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20816-5477-826B-8E12-1D18FA288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6E76C-FA96-E7A9-760F-DF289D45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1E9FE-B12A-4FE8-D67F-CD48C66F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FAD1-B7AD-5B4B-E599-618DD9D4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8AC6C-C47A-51CD-A1D7-A9A10B022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0AECA-46BD-31EA-9CD8-0452BE593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CF7BC-8A67-66A3-ED1C-9AF54CCC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EEA4C-C6E9-6A4F-6269-ECB3DE0E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427BA-492F-6212-A686-12B48030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55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DB39C-0785-DF02-A8B5-DD4C5D72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A650B-DF39-F9B5-E11E-115FDD944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827E9-1B9E-939B-98F9-F4F62E303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20AD5-25E1-724C-94F7-0A233900187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9B2AD-6209-8BCD-23F1-AF643FA11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79FBC-3196-820D-61ED-1E63843CE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93B2A-1910-064A-A87E-AE4B4CD29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9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12E6A-6933-0E5D-488C-CD41985C1E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Foundry Local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BB1E1-56E7-6A8E-C5CB-1449B0A6B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0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FF00-AE84-06BE-C04B-4D7ADBAB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infrastructure moves at Build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1FD79-DD85-8263-E0E0-0EFE5D4E2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Foundry Local reaches GA: embeddable runtime for on-device AI</a:t>
            </a:r>
          </a:p>
          <a:p>
            <a:r>
              <a:rPr lang="en-US" dirty="0"/>
              <a:t>Project Polaris: in-house model to replace GPT-4 Turbo in Copilot</a:t>
            </a:r>
          </a:p>
        </p:txBody>
      </p:sp>
    </p:spTree>
    <p:extLst>
      <p:ext uri="{BB962C8B-B14F-4D97-AF65-F5344CB8AC3E}">
        <p14:creationId xmlns:p14="http://schemas.microsoft.com/office/powerpoint/2010/main" val="373407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6E52-3052-D09E-AC65-20F2E90C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Foundry Local: 20 MB Embedded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620B8-CFB9-9BD3-0A3F-B25B79602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18248" cy="4351338"/>
          </a:xfrm>
        </p:spPr>
        <p:txBody>
          <a:bodyPr/>
          <a:lstStyle/>
          <a:p>
            <a:r>
              <a:rPr lang="en-US" dirty="0"/>
              <a:t>~20 MB runtime added to app bundle, model not included</a:t>
            </a:r>
          </a:p>
          <a:p>
            <a:r>
              <a:rPr lang="en-US" dirty="0"/>
              <a:t>No daemon process, no cloud account, no per-token billing</a:t>
            </a:r>
          </a:p>
          <a:p>
            <a:r>
              <a:rPr lang="en-US" dirty="0"/>
              <a:t>Model downloads on first launch, sized to user's hardware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0B61B-0520-57C1-4820-DD8A62EBAB17}"/>
              </a:ext>
            </a:extLst>
          </p:cNvPr>
          <p:cNvSpPr txBox="1"/>
          <p:nvPr/>
        </p:nvSpPr>
        <p:spPr>
          <a:xfrm>
            <a:off x="8976561" y="2751596"/>
            <a:ext cx="224007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20 MB</a:t>
            </a:r>
          </a:p>
          <a:p>
            <a:r>
              <a:rPr lang="en-US" dirty="0"/>
              <a:t>Runtime Bundle Size</a:t>
            </a:r>
          </a:p>
        </p:txBody>
      </p:sp>
    </p:spTree>
    <p:extLst>
      <p:ext uri="{BB962C8B-B14F-4D97-AF65-F5344CB8AC3E}">
        <p14:creationId xmlns:p14="http://schemas.microsoft.com/office/powerpoint/2010/main" val="98833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C460-B307-566A-2253-1B01711E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OpenAI-Compatible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66D6-ED1E-7656-5325-57570ABAA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API-compatible with OpenAI including Responses API format</a:t>
            </a:r>
          </a:p>
          <a:p>
            <a:r>
              <a:rPr lang="en-US" dirty="0"/>
              <a:t>Existing OpenAI SDK code works with minimal changes</a:t>
            </a:r>
          </a:p>
          <a:p>
            <a:r>
              <a:rPr lang="en-US" dirty="0"/>
              <a:t>Hardware detection automatic: Windows ML, Metal, or CPU fallback</a:t>
            </a:r>
          </a:p>
        </p:txBody>
      </p:sp>
    </p:spTree>
    <p:extLst>
      <p:ext uri="{BB962C8B-B14F-4D97-AF65-F5344CB8AC3E}">
        <p14:creationId xmlns:p14="http://schemas.microsoft.com/office/powerpoint/2010/main" val="1708386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244</Words>
  <Application>Microsoft Macintosh PowerPoint</Application>
  <PresentationFormat>Widescreen</PresentationFormat>
  <Paragraphs>22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Foundry Local</vt:lpstr>
      <vt:lpstr>Two infrastructure moves at Build 2026</vt:lpstr>
      <vt:lpstr>Foundry Local: 20 MB Embedded Runtime</vt:lpstr>
      <vt:lpstr>OpenAI-Compatible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Medhat Elmasry</dc:creator>
  <cp:lastModifiedBy>Medhat Elmasry</cp:lastModifiedBy>
  <cp:revision>1</cp:revision>
  <dcterms:created xsi:type="dcterms:W3CDTF">2026-07-16T17:34:56Z</dcterms:created>
  <dcterms:modified xsi:type="dcterms:W3CDTF">2026-07-16T17:42:21Z</dcterms:modified>
</cp:coreProperties>
</file>